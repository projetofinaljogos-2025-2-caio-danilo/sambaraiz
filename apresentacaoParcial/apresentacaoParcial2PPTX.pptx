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ress Start 2P" charset="1" panose="00000500000000000000"/>
      <p:regular r:id="rId14"/>
    </p:embeddedFont>
    <p:embeddedFont>
      <p:font typeface="Open Sans Bold" charset="1" panose="00000000000000000000"/>
      <p:regular r:id="rId15"/>
    </p:embeddedFont>
    <p:embeddedFont>
      <p:font typeface="Open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G5tFDm4Cw.mp4" Type="http://schemas.openxmlformats.org/officeDocument/2006/relationships/video"/><Relationship Id="rId11" Target="../media/VAG5tFDm4Cw.mp4" Type="http://schemas.microsoft.com/office/2007/relationships/media"/><Relationship Id="rId12" Target="../media/image14.jpeg" Type="http://schemas.openxmlformats.org/officeDocument/2006/relationships/image"/><Relationship Id="rId13" Target="../media/VAG5tNo09oM.mp4" Type="http://schemas.openxmlformats.org/officeDocument/2006/relationships/video"/><Relationship Id="rId14" Target="../media/VAG5tNo09oM.mp4" Type="http://schemas.microsoft.com/office/2007/relationships/media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79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0228" y="-499943"/>
            <a:ext cx="20848455" cy="12110737"/>
          </a:xfrm>
          <a:custGeom>
            <a:avLst/>
            <a:gdLst/>
            <a:ahLst/>
            <a:cxnLst/>
            <a:rect r="r" b="b" t="t" l="l"/>
            <a:pathLst>
              <a:path h="12110737" w="20848455">
                <a:moveTo>
                  <a:pt x="0" y="0"/>
                </a:moveTo>
                <a:lnTo>
                  <a:pt x="20848456" y="0"/>
                </a:lnTo>
                <a:lnTo>
                  <a:pt x="20848456" y="12110738"/>
                </a:lnTo>
                <a:lnTo>
                  <a:pt x="0" y="1211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7" t="0" r="-169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7850" y="2906763"/>
            <a:ext cx="14592300" cy="557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sz="15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SAMBA</a:t>
            </a:r>
          </a:p>
          <a:p>
            <a:pPr algn="ctr">
              <a:lnSpc>
                <a:spcPts val="22399"/>
              </a:lnSpc>
              <a:spcBef>
                <a:spcPct val="0"/>
              </a:spcBef>
            </a:pPr>
            <a:r>
              <a:rPr lang="en-US" sz="15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RAIZ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807418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78133" y="3402692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0596" y="867805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0" y="0"/>
                </a:moveTo>
                <a:lnTo>
                  <a:pt x="3512396" y="0"/>
                </a:lnTo>
                <a:lnTo>
                  <a:pt x="3512396" y="625845"/>
                </a:lnTo>
                <a:lnTo>
                  <a:pt x="0" y="6258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3405008" y="867805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3512396" y="0"/>
                </a:moveTo>
                <a:lnTo>
                  <a:pt x="0" y="0"/>
                </a:lnTo>
                <a:lnTo>
                  <a:pt x="0" y="625845"/>
                </a:lnTo>
                <a:lnTo>
                  <a:pt x="3512396" y="625845"/>
                </a:lnTo>
                <a:lnTo>
                  <a:pt x="351239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67253" y="0"/>
            <a:ext cx="3953494" cy="3953494"/>
          </a:xfrm>
          <a:custGeom>
            <a:avLst/>
            <a:gdLst/>
            <a:ahLst/>
            <a:cxnLst/>
            <a:rect r="r" b="b" t="t" l="l"/>
            <a:pathLst>
              <a:path h="3953494" w="3953494">
                <a:moveTo>
                  <a:pt x="0" y="0"/>
                </a:moveTo>
                <a:lnTo>
                  <a:pt x="3953494" y="0"/>
                </a:lnTo>
                <a:lnTo>
                  <a:pt x="3953494" y="3953494"/>
                </a:lnTo>
                <a:lnTo>
                  <a:pt x="0" y="3953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79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8753" y="0"/>
            <a:ext cx="18955701" cy="11555611"/>
          </a:xfrm>
          <a:custGeom>
            <a:avLst/>
            <a:gdLst/>
            <a:ahLst/>
            <a:cxnLst/>
            <a:rect r="r" b="b" t="t" l="l"/>
            <a:pathLst>
              <a:path h="11555611" w="18955701">
                <a:moveTo>
                  <a:pt x="0" y="0"/>
                </a:moveTo>
                <a:lnTo>
                  <a:pt x="18955702" y="0"/>
                </a:lnTo>
                <a:lnTo>
                  <a:pt x="18955702" y="11555611"/>
                </a:lnTo>
                <a:lnTo>
                  <a:pt x="0" y="1155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53" t="0" r="-425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70769" y="3804178"/>
            <a:ext cx="677751" cy="67775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3F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48915" y="448192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4" y="0"/>
                </a:moveTo>
                <a:lnTo>
                  <a:pt x="0" y="0"/>
                </a:lnTo>
                <a:lnTo>
                  <a:pt x="0" y="323941"/>
                </a:lnTo>
                <a:lnTo>
                  <a:pt x="1818034" y="323941"/>
                </a:lnTo>
                <a:lnTo>
                  <a:pt x="18180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7348" y="376238"/>
            <a:ext cx="5494924" cy="3156176"/>
          </a:xfrm>
          <a:custGeom>
            <a:avLst/>
            <a:gdLst/>
            <a:ahLst/>
            <a:cxnLst/>
            <a:rect r="r" b="b" t="t" l="l"/>
            <a:pathLst>
              <a:path h="3156176" w="5494924">
                <a:moveTo>
                  <a:pt x="0" y="0"/>
                </a:moveTo>
                <a:lnTo>
                  <a:pt x="5494925" y="0"/>
                </a:lnTo>
                <a:lnTo>
                  <a:pt x="5494925" y="3156176"/>
                </a:lnTo>
                <a:lnTo>
                  <a:pt x="0" y="31561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27348" y="3712662"/>
            <a:ext cx="5494924" cy="3012409"/>
          </a:xfrm>
          <a:custGeom>
            <a:avLst/>
            <a:gdLst/>
            <a:ahLst/>
            <a:cxnLst/>
            <a:rect r="r" b="b" t="t" l="l"/>
            <a:pathLst>
              <a:path h="3012409" w="5494924">
                <a:moveTo>
                  <a:pt x="0" y="0"/>
                </a:moveTo>
                <a:lnTo>
                  <a:pt x="5494925" y="0"/>
                </a:lnTo>
                <a:lnTo>
                  <a:pt x="5494925" y="3012409"/>
                </a:lnTo>
                <a:lnTo>
                  <a:pt x="0" y="30124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7348" y="6906046"/>
            <a:ext cx="5494924" cy="3006385"/>
          </a:xfrm>
          <a:custGeom>
            <a:avLst/>
            <a:gdLst/>
            <a:ahLst/>
            <a:cxnLst/>
            <a:rect r="r" b="b" t="t" l="l"/>
            <a:pathLst>
              <a:path h="3006385" w="5494924">
                <a:moveTo>
                  <a:pt x="0" y="0"/>
                </a:moveTo>
                <a:lnTo>
                  <a:pt x="5494925" y="0"/>
                </a:lnTo>
                <a:lnTo>
                  <a:pt x="5494925" y="3006386"/>
                </a:lnTo>
                <a:lnTo>
                  <a:pt x="0" y="30063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56673" y="5406055"/>
            <a:ext cx="11301259" cy="4506377"/>
          </a:xfrm>
          <a:custGeom>
            <a:avLst/>
            <a:gdLst/>
            <a:ahLst/>
            <a:cxnLst/>
            <a:rect r="r" b="b" t="t" l="l"/>
            <a:pathLst>
              <a:path h="4506377" w="11301259">
                <a:moveTo>
                  <a:pt x="0" y="0"/>
                </a:moveTo>
                <a:lnTo>
                  <a:pt x="11301259" y="0"/>
                </a:lnTo>
                <a:lnTo>
                  <a:pt x="11301259" y="4506377"/>
                </a:lnTo>
                <a:lnTo>
                  <a:pt x="0" y="45063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761589" y="2323570"/>
            <a:ext cx="8055131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ADIÇÃO DE FASE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61589" y="398017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8180" y="3873813"/>
            <a:ext cx="7744924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Agora o background é um cenário próprio.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Feito com Parallax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79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8753" y="0"/>
            <a:ext cx="18955701" cy="11555611"/>
          </a:xfrm>
          <a:custGeom>
            <a:avLst/>
            <a:gdLst/>
            <a:ahLst/>
            <a:cxnLst/>
            <a:rect r="r" b="b" t="t" l="l"/>
            <a:pathLst>
              <a:path h="11555611" w="18955701">
                <a:moveTo>
                  <a:pt x="0" y="0"/>
                </a:moveTo>
                <a:lnTo>
                  <a:pt x="18955702" y="0"/>
                </a:lnTo>
                <a:lnTo>
                  <a:pt x="18955702" y="11555611"/>
                </a:lnTo>
                <a:lnTo>
                  <a:pt x="0" y="1155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53" t="0" r="-425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7010" y="2914338"/>
            <a:ext cx="677751" cy="67775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3F1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56190" y="6289050"/>
            <a:ext cx="677751" cy="67775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931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948915" y="448192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4" y="0"/>
                </a:moveTo>
                <a:lnTo>
                  <a:pt x="0" y="0"/>
                </a:lnTo>
                <a:lnTo>
                  <a:pt x="0" y="323941"/>
                </a:lnTo>
                <a:lnTo>
                  <a:pt x="1818034" y="323941"/>
                </a:lnTo>
                <a:lnTo>
                  <a:pt x="18180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6190" y="3973088"/>
            <a:ext cx="13211175" cy="1568827"/>
          </a:xfrm>
          <a:custGeom>
            <a:avLst/>
            <a:gdLst/>
            <a:ahLst/>
            <a:cxnLst/>
            <a:rect r="r" b="b" t="t" l="l"/>
            <a:pathLst>
              <a:path h="1568827" w="13211175">
                <a:moveTo>
                  <a:pt x="0" y="0"/>
                </a:moveTo>
                <a:lnTo>
                  <a:pt x="13211175" y="0"/>
                </a:lnTo>
                <a:lnTo>
                  <a:pt x="13211175" y="1568828"/>
                </a:lnTo>
                <a:lnTo>
                  <a:pt x="0" y="15688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56002" y="7446544"/>
            <a:ext cx="8980553" cy="2267590"/>
          </a:xfrm>
          <a:custGeom>
            <a:avLst/>
            <a:gdLst/>
            <a:ahLst/>
            <a:cxnLst/>
            <a:rect r="r" b="b" t="t" l="l"/>
            <a:pathLst>
              <a:path h="2267590" w="8980553">
                <a:moveTo>
                  <a:pt x="0" y="0"/>
                </a:moveTo>
                <a:lnTo>
                  <a:pt x="8980552" y="0"/>
                </a:lnTo>
                <a:lnTo>
                  <a:pt x="8980552" y="2267589"/>
                </a:lnTo>
                <a:lnTo>
                  <a:pt x="0" y="2267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4736726" y="3592088"/>
            <a:ext cx="2219832" cy="2219832"/>
          </a:xfrm>
          <a:prstGeom prst="rect">
            <a:avLst/>
          </a:prstGeom>
        </p:spPr>
      </p:pic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11792338" y="6966801"/>
            <a:ext cx="2747332" cy="2747332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4993341" y="1852402"/>
            <a:ext cx="8591514" cy="53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ADIÇÃO DE PERSONAGENS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7830" y="3082818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24760" y="6231900"/>
            <a:ext cx="774492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Adicionado senhor na mesa para profundidade do cenário.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7010" y="6465048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17547" y="2983973"/>
            <a:ext cx="774492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Adicionado pandeirista como o jogador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79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8753" y="0"/>
            <a:ext cx="18955701" cy="11555611"/>
          </a:xfrm>
          <a:custGeom>
            <a:avLst/>
            <a:gdLst/>
            <a:ahLst/>
            <a:cxnLst/>
            <a:rect r="r" b="b" t="t" l="l"/>
            <a:pathLst>
              <a:path h="11555611" w="18955701">
                <a:moveTo>
                  <a:pt x="0" y="0"/>
                </a:moveTo>
                <a:lnTo>
                  <a:pt x="18955702" y="0"/>
                </a:lnTo>
                <a:lnTo>
                  <a:pt x="18955702" y="11555611"/>
                </a:lnTo>
                <a:lnTo>
                  <a:pt x="0" y="1155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53" t="0" r="-42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48915" y="448192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4" y="0"/>
                </a:moveTo>
                <a:lnTo>
                  <a:pt x="0" y="0"/>
                </a:lnTo>
                <a:lnTo>
                  <a:pt x="0" y="323941"/>
                </a:lnTo>
                <a:lnTo>
                  <a:pt x="1818034" y="323941"/>
                </a:lnTo>
                <a:lnTo>
                  <a:pt x="18180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71290" y="866730"/>
            <a:ext cx="10145419" cy="9258300"/>
          </a:xfrm>
          <a:custGeom>
            <a:avLst/>
            <a:gdLst/>
            <a:ahLst/>
            <a:cxnLst/>
            <a:rect r="r" b="b" t="t" l="l"/>
            <a:pathLst>
              <a:path h="9258300" w="10145419">
                <a:moveTo>
                  <a:pt x="0" y="0"/>
                </a:moveTo>
                <a:lnTo>
                  <a:pt x="10145420" y="0"/>
                </a:lnTo>
                <a:lnTo>
                  <a:pt x="1014542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79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8753" y="0"/>
            <a:ext cx="18955701" cy="11555611"/>
          </a:xfrm>
          <a:custGeom>
            <a:avLst/>
            <a:gdLst/>
            <a:ahLst/>
            <a:cxnLst/>
            <a:rect r="r" b="b" t="t" l="l"/>
            <a:pathLst>
              <a:path h="11555611" w="18955701">
                <a:moveTo>
                  <a:pt x="0" y="0"/>
                </a:moveTo>
                <a:lnTo>
                  <a:pt x="18955702" y="0"/>
                </a:lnTo>
                <a:lnTo>
                  <a:pt x="18955702" y="11555611"/>
                </a:lnTo>
                <a:lnTo>
                  <a:pt x="0" y="1155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53" t="0" r="-42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48915" y="448192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4" y="0"/>
                </a:moveTo>
                <a:lnTo>
                  <a:pt x="0" y="0"/>
                </a:lnTo>
                <a:lnTo>
                  <a:pt x="0" y="323941"/>
                </a:lnTo>
                <a:lnTo>
                  <a:pt x="1818034" y="323941"/>
                </a:lnTo>
                <a:lnTo>
                  <a:pt x="18180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56578" y="591403"/>
            <a:ext cx="14465040" cy="9104194"/>
          </a:xfrm>
          <a:custGeom>
            <a:avLst/>
            <a:gdLst/>
            <a:ahLst/>
            <a:cxnLst/>
            <a:rect r="r" b="b" t="t" l="l"/>
            <a:pathLst>
              <a:path h="9104194" w="14465040">
                <a:moveTo>
                  <a:pt x="0" y="0"/>
                </a:moveTo>
                <a:lnTo>
                  <a:pt x="14465040" y="0"/>
                </a:lnTo>
                <a:lnTo>
                  <a:pt x="14465040" y="9104194"/>
                </a:lnTo>
                <a:lnTo>
                  <a:pt x="0" y="91041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79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8753" y="0"/>
            <a:ext cx="18955701" cy="11555611"/>
          </a:xfrm>
          <a:custGeom>
            <a:avLst/>
            <a:gdLst/>
            <a:ahLst/>
            <a:cxnLst/>
            <a:rect r="r" b="b" t="t" l="l"/>
            <a:pathLst>
              <a:path h="11555611" w="18955701">
                <a:moveTo>
                  <a:pt x="0" y="0"/>
                </a:moveTo>
                <a:lnTo>
                  <a:pt x="18955702" y="0"/>
                </a:lnTo>
                <a:lnTo>
                  <a:pt x="18955702" y="11555611"/>
                </a:lnTo>
                <a:lnTo>
                  <a:pt x="0" y="1155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53" t="0" r="-42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48915" y="448192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4" y="0"/>
                </a:moveTo>
                <a:lnTo>
                  <a:pt x="0" y="0"/>
                </a:lnTo>
                <a:lnTo>
                  <a:pt x="0" y="323941"/>
                </a:lnTo>
                <a:lnTo>
                  <a:pt x="1818034" y="323941"/>
                </a:lnTo>
                <a:lnTo>
                  <a:pt x="18180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76814" y="813028"/>
            <a:ext cx="11934373" cy="8660945"/>
          </a:xfrm>
          <a:custGeom>
            <a:avLst/>
            <a:gdLst/>
            <a:ahLst/>
            <a:cxnLst/>
            <a:rect r="r" b="b" t="t" l="l"/>
            <a:pathLst>
              <a:path h="8660945" w="11934373">
                <a:moveTo>
                  <a:pt x="0" y="0"/>
                </a:moveTo>
                <a:lnTo>
                  <a:pt x="11934372" y="0"/>
                </a:lnTo>
                <a:lnTo>
                  <a:pt x="11934372" y="8660944"/>
                </a:lnTo>
                <a:lnTo>
                  <a:pt x="0" y="86609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79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8753" y="0"/>
            <a:ext cx="18955701" cy="11555611"/>
          </a:xfrm>
          <a:custGeom>
            <a:avLst/>
            <a:gdLst/>
            <a:ahLst/>
            <a:cxnLst/>
            <a:rect r="r" b="b" t="t" l="l"/>
            <a:pathLst>
              <a:path h="11555611" w="18955701">
                <a:moveTo>
                  <a:pt x="0" y="0"/>
                </a:moveTo>
                <a:lnTo>
                  <a:pt x="18955702" y="0"/>
                </a:lnTo>
                <a:lnTo>
                  <a:pt x="18955702" y="11555611"/>
                </a:lnTo>
                <a:lnTo>
                  <a:pt x="0" y="11555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53" t="0" r="-425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70475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0" y="0"/>
                </a:moveTo>
                <a:lnTo>
                  <a:pt x="1818033" y="0"/>
                </a:lnTo>
                <a:lnTo>
                  <a:pt x="1818033" y="323941"/>
                </a:lnTo>
                <a:lnTo>
                  <a:pt x="0" y="323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054287"/>
            <a:ext cx="1924760" cy="671916"/>
          </a:xfrm>
          <a:custGeom>
            <a:avLst/>
            <a:gdLst/>
            <a:ahLst/>
            <a:cxnLst/>
            <a:rect r="r" b="b" t="t" l="l"/>
            <a:pathLst>
              <a:path h="671916" w="1924760">
                <a:moveTo>
                  <a:pt x="0" y="0"/>
                </a:moveTo>
                <a:lnTo>
                  <a:pt x="1924760" y="0"/>
                </a:lnTo>
                <a:lnTo>
                  <a:pt x="1924760" y="671917"/>
                </a:lnTo>
                <a:lnTo>
                  <a:pt x="0" y="6719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48915" y="4481929"/>
            <a:ext cx="1818033" cy="323941"/>
          </a:xfrm>
          <a:custGeom>
            <a:avLst/>
            <a:gdLst/>
            <a:ahLst/>
            <a:cxnLst/>
            <a:rect r="r" b="b" t="t" l="l"/>
            <a:pathLst>
              <a:path h="323941" w="1818033">
                <a:moveTo>
                  <a:pt x="1818034" y="0"/>
                </a:moveTo>
                <a:lnTo>
                  <a:pt x="0" y="0"/>
                </a:lnTo>
                <a:lnTo>
                  <a:pt x="0" y="323941"/>
                </a:lnTo>
                <a:lnTo>
                  <a:pt x="1818034" y="323941"/>
                </a:lnTo>
                <a:lnTo>
                  <a:pt x="18180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36726" y="434050"/>
            <a:ext cx="1703424" cy="594650"/>
          </a:xfrm>
          <a:custGeom>
            <a:avLst/>
            <a:gdLst/>
            <a:ahLst/>
            <a:cxnLst/>
            <a:rect r="r" b="b" t="t" l="l"/>
            <a:pathLst>
              <a:path h="594650" w="1703424">
                <a:moveTo>
                  <a:pt x="0" y="0"/>
                </a:moveTo>
                <a:lnTo>
                  <a:pt x="1703424" y="0"/>
                </a:lnTo>
                <a:lnTo>
                  <a:pt x="1703424" y="594650"/>
                </a:lnTo>
                <a:lnTo>
                  <a:pt x="0" y="59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8275" y="1028700"/>
            <a:ext cx="15411450" cy="8277766"/>
          </a:xfrm>
          <a:custGeom>
            <a:avLst/>
            <a:gdLst/>
            <a:ahLst/>
            <a:cxnLst/>
            <a:rect r="r" b="b" t="t" l="l"/>
            <a:pathLst>
              <a:path h="8277766" w="15411450">
                <a:moveTo>
                  <a:pt x="0" y="0"/>
                </a:moveTo>
                <a:lnTo>
                  <a:pt x="15411450" y="0"/>
                </a:lnTo>
                <a:lnTo>
                  <a:pt x="15411450" y="8277766"/>
                </a:lnTo>
                <a:lnTo>
                  <a:pt x="0" y="82777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79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0228" y="-499943"/>
            <a:ext cx="20848455" cy="12110737"/>
          </a:xfrm>
          <a:custGeom>
            <a:avLst/>
            <a:gdLst/>
            <a:ahLst/>
            <a:cxnLst/>
            <a:rect r="r" b="b" t="t" l="l"/>
            <a:pathLst>
              <a:path h="12110737" w="20848455">
                <a:moveTo>
                  <a:pt x="0" y="0"/>
                </a:moveTo>
                <a:lnTo>
                  <a:pt x="20848456" y="0"/>
                </a:lnTo>
                <a:lnTo>
                  <a:pt x="20848456" y="12110738"/>
                </a:lnTo>
                <a:lnTo>
                  <a:pt x="0" y="12110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7" t="0" r="-169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07418" y="4731574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0" y="0"/>
                </a:moveTo>
                <a:lnTo>
                  <a:pt x="2359993" y="0"/>
                </a:lnTo>
                <a:lnTo>
                  <a:pt x="2359993" y="823852"/>
                </a:lnTo>
                <a:lnTo>
                  <a:pt x="0" y="8238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78133" y="3402692"/>
            <a:ext cx="2359993" cy="823852"/>
          </a:xfrm>
          <a:custGeom>
            <a:avLst/>
            <a:gdLst/>
            <a:ahLst/>
            <a:cxnLst/>
            <a:rect r="r" b="b" t="t" l="l"/>
            <a:pathLst>
              <a:path h="823852" w="2359993">
                <a:moveTo>
                  <a:pt x="2359993" y="0"/>
                </a:moveTo>
                <a:lnTo>
                  <a:pt x="0" y="0"/>
                </a:lnTo>
                <a:lnTo>
                  <a:pt x="0" y="823852"/>
                </a:lnTo>
                <a:lnTo>
                  <a:pt x="2359993" y="823852"/>
                </a:lnTo>
                <a:lnTo>
                  <a:pt x="235999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0596" y="867805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0" y="0"/>
                </a:moveTo>
                <a:lnTo>
                  <a:pt x="3512396" y="0"/>
                </a:lnTo>
                <a:lnTo>
                  <a:pt x="3512396" y="625845"/>
                </a:lnTo>
                <a:lnTo>
                  <a:pt x="0" y="6258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405008" y="867805"/>
            <a:ext cx="3512396" cy="625845"/>
          </a:xfrm>
          <a:custGeom>
            <a:avLst/>
            <a:gdLst/>
            <a:ahLst/>
            <a:cxnLst/>
            <a:rect r="r" b="b" t="t" l="l"/>
            <a:pathLst>
              <a:path h="625845" w="3512396">
                <a:moveTo>
                  <a:pt x="3512396" y="0"/>
                </a:moveTo>
                <a:lnTo>
                  <a:pt x="0" y="0"/>
                </a:lnTo>
                <a:lnTo>
                  <a:pt x="0" y="625845"/>
                </a:lnTo>
                <a:lnTo>
                  <a:pt x="3512396" y="625845"/>
                </a:lnTo>
                <a:lnTo>
                  <a:pt x="351239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99866" y="641332"/>
            <a:ext cx="3288268" cy="3288268"/>
          </a:xfrm>
          <a:custGeom>
            <a:avLst/>
            <a:gdLst/>
            <a:ahLst/>
            <a:cxnLst/>
            <a:rect r="r" b="b" t="t" l="l"/>
            <a:pathLst>
              <a:path h="3288268" w="3288268">
                <a:moveTo>
                  <a:pt x="0" y="0"/>
                </a:moveTo>
                <a:lnTo>
                  <a:pt x="3288268" y="0"/>
                </a:lnTo>
                <a:lnTo>
                  <a:pt x="3288268" y="3288269"/>
                </a:lnTo>
                <a:lnTo>
                  <a:pt x="0" y="32882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47850" y="4254029"/>
            <a:ext cx="14592300" cy="213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1"/>
              </a:lnSpc>
              <a:spcBef>
                <a:spcPct val="0"/>
              </a:spcBef>
            </a:pPr>
            <a:r>
              <a:rPr lang="en-US" sz="125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DAGxrRlBOm4</dc:identifier>
  <dcterms:modified xsi:type="dcterms:W3CDTF">2011-08-01T06:04:30Z</dcterms:modified>
  <cp:revision>1</cp:revision>
  <dc:title>Purple Green Pixel Illustration Game Presentation</dc:title>
</cp:coreProperties>
</file>